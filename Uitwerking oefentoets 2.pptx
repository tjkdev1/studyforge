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k van den Ham" userId="4f399608-6fd1-4ff3-bc63-a6a91a4efb40" providerId="ADAL" clId="{64FFC016-FE0F-449E-B075-C2B92B8D545E}"/>
    <pc:docChg chg="undo custSel addSld modSld">
      <pc:chgData name="Erik van den Ham" userId="4f399608-6fd1-4ff3-bc63-a6a91a4efb40" providerId="ADAL" clId="{64FFC016-FE0F-449E-B075-C2B92B8D545E}" dt="2025-05-02T11:03:22.126" v="288" actId="14100"/>
      <pc:docMkLst>
        <pc:docMk/>
      </pc:docMkLst>
      <pc:sldChg chg="addSp delSp modSp mod modTransition delAnim modAnim">
        <pc:chgData name="Erik van den Ham" userId="4f399608-6fd1-4ff3-bc63-a6a91a4efb40" providerId="ADAL" clId="{64FFC016-FE0F-449E-B075-C2B92B8D545E}" dt="2025-05-02T11:01:04.831" v="284"/>
        <pc:sldMkLst>
          <pc:docMk/>
          <pc:sldMk cId="246289465" sldId="256"/>
        </pc:sldMkLst>
        <pc:picChg chg="add del mod">
          <ac:chgData name="Erik van den Ham" userId="4f399608-6fd1-4ff3-bc63-a6a91a4efb40" providerId="ADAL" clId="{64FFC016-FE0F-449E-B075-C2B92B8D545E}" dt="2025-05-02T10:31:58.065" v="1" actId="478"/>
          <ac:picMkLst>
            <pc:docMk/>
            <pc:sldMk cId="246289465" sldId="256"/>
            <ac:picMk id="4" creationId="{FDFCC987-382B-8226-8495-EC8F71810CCF}"/>
          </ac:picMkLst>
        </pc:picChg>
      </pc:sldChg>
      <pc:sldChg chg="modTransition">
        <pc:chgData name="Erik van den Ham" userId="4f399608-6fd1-4ff3-bc63-a6a91a4efb40" providerId="ADAL" clId="{64FFC016-FE0F-449E-B075-C2B92B8D545E}" dt="2025-05-02T11:01:04.831" v="284"/>
        <pc:sldMkLst>
          <pc:docMk/>
          <pc:sldMk cId="832242579" sldId="257"/>
        </pc:sldMkLst>
      </pc:sldChg>
      <pc:sldChg chg="modTransition">
        <pc:chgData name="Erik van den Ham" userId="4f399608-6fd1-4ff3-bc63-a6a91a4efb40" providerId="ADAL" clId="{64FFC016-FE0F-449E-B075-C2B92B8D545E}" dt="2025-05-02T11:01:04.831" v="284"/>
        <pc:sldMkLst>
          <pc:docMk/>
          <pc:sldMk cId="1867590723" sldId="258"/>
        </pc:sldMkLst>
      </pc:sldChg>
      <pc:sldChg chg="addSp delSp mod modTransition">
        <pc:chgData name="Erik van den Ham" userId="4f399608-6fd1-4ff3-bc63-a6a91a4efb40" providerId="ADAL" clId="{64FFC016-FE0F-449E-B075-C2B92B8D545E}" dt="2025-05-02T11:01:04.831" v="284"/>
        <pc:sldMkLst>
          <pc:docMk/>
          <pc:sldMk cId="783394806" sldId="259"/>
        </pc:sldMkLst>
        <pc:inkChg chg="add del">
          <ac:chgData name="Erik van den Ham" userId="4f399608-6fd1-4ff3-bc63-a6a91a4efb40" providerId="ADAL" clId="{64FFC016-FE0F-449E-B075-C2B92B8D545E}" dt="2025-05-02T10:35:05.033" v="3" actId="478"/>
          <ac:inkMkLst>
            <pc:docMk/>
            <pc:sldMk cId="783394806" sldId="259"/>
            <ac:inkMk id="2" creationId="{DC4F1C28-CF3E-9270-C095-A9C2EF6B0951}"/>
          </ac:inkMkLst>
        </pc:inkChg>
      </pc:sldChg>
      <pc:sldChg chg="modTransition">
        <pc:chgData name="Erik van den Ham" userId="4f399608-6fd1-4ff3-bc63-a6a91a4efb40" providerId="ADAL" clId="{64FFC016-FE0F-449E-B075-C2B92B8D545E}" dt="2025-05-02T11:01:04.831" v="284"/>
        <pc:sldMkLst>
          <pc:docMk/>
          <pc:sldMk cId="1942714132" sldId="260"/>
        </pc:sldMkLst>
      </pc:sldChg>
      <pc:sldChg chg="addSp delSp modSp mod modTransition">
        <pc:chgData name="Erik van den Ham" userId="4f399608-6fd1-4ff3-bc63-a6a91a4efb40" providerId="ADAL" clId="{64FFC016-FE0F-449E-B075-C2B92B8D545E}" dt="2025-05-02T11:03:22.126" v="288" actId="14100"/>
        <pc:sldMkLst>
          <pc:docMk/>
          <pc:sldMk cId="2389466629" sldId="261"/>
        </pc:sldMkLst>
        <pc:picChg chg="add mod">
          <ac:chgData name="Erik van den Ham" userId="4f399608-6fd1-4ff3-bc63-a6a91a4efb40" providerId="ADAL" clId="{64FFC016-FE0F-449E-B075-C2B92B8D545E}" dt="2025-05-02T11:03:22.126" v="288" actId="14100"/>
          <ac:picMkLst>
            <pc:docMk/>
            <pc:sldMk cId="2389466629" sldId="261"/>
            <ac:picMk id="4" creationId="{513AD872-04A1-4173-C306-B01D9FDDCEE0}"/>
          </ac:picMkLst>
        </pc:picChg>
        <pc:picChg chg="del">
          <ac:chgData name="Erik van den Ham" userId="4f399608-6fd1-4ff3-bc63-a6a91a4efb40" providerId="ADAL" clId="{64FFC016-FE0F-449E-B075-C2B92B8D545E}" dt="2025-05-02T11:02:35.028" v="285" actId="478"/>
          <ac:picMkLst>
            <pc:docMk/>
            <pc:sldMk cId="2389466629" sldId="261"/>
            <ac:picMk id="5" creationId="{4484FE47-43A6-472F-8EE3-4AED57A2A4C8}"/>
          </ac:picMkLst>
        </pc:picChg>
      </pc:sldChg>
      <pc:sldChg chg="addSp delSp modSp new mod modTransition">
        <pc:chgData name="Erik van den Ham" userId="4f399608-6fd1-4ff3-bc63-a6a91a4efb40" providerId="ADAL" clId="{64FFC016-FE0F-449E-B075-C2B92B8D545E}" dt="2025-05-02T11:01:04.831" v="284"/>
        <pc:sldMkLst>
          <pc:docMk/>
          <pc:sldMk cId="1150296720" sldId="262"/>
        </pc:sldMkLst>
        <pc:spChg chg="add del mod">
          <ac:chgData name="Erik van den Ham" userId="4f399608-6fd1-4ff3-bc63-a6a91a4efb40" providerId="ADAL" clId="{64FFC016-FE0F-449E-B075-C2B92B8D545E}" dt="2025-05-02T10:46:58.259" v="41" actId="478"/>
          <ac:spMkLst>
            <pc:docMk/>
            <pc:sldMk cId="1150296720" sldId="262"/>
            <ac:spMk id="2" creationId="{E37E15C0-7C2C-1C39-B3D5-480413391779}"/>
          </ac:spMkLst>
        </pc:spChg>
        <pc:spChg chg="add mod">
          <ac:chgData name="Erik van den Ham" userId="4f399608-6fd1-4ff3-bc63-a6a91a4efb40" providerId="ADAL" clId="{64FFC016-FE0F-449E-B075-C2B92B8D545E}" dt="2025-05-02T10:57:02.493" v="217" actId="14100"/>
          <ac:spMkLst>
            <pc:docMk/>
            <pc:sldMk cId="1150296720" sldId="262"/>
            <ac:spMk id="4" creationId="{0A630A20-EA18-CEE8-C657-93E73A812446}"/>
          </ac:spMkLst>
        </pc:spChg>
        <pc:graphicFrameChg chg="add mod modGraphic">
          <ac:chgData name="Erik van den Ham" userId="4f399608-6fd1-4ff3-bc63-a6a91a4efb40" providerId="ADAL" clId="{64FFC016-FE0F-449E-B075-C2B92B8D545E}" dt="2025-05-02T11:00:06.974" v="283" actId="20577"/>
          <ac:graphicFrameMkLst>
            <pc:docMk/>
            <pc:sldMk cId="1150296720" sldId="262"/>
            <ac:graphicFrameMk id="3" creationId="{B2A2D9AA-128C-7FDD-B460-3D1464A41488}"/>
          </ac:graphicFrameMkLst>
        </pc:graphicFrameChg>
        <pc:graphicFrameChg chg="add mod modGraphic">
          <ac:chgData name="Erik van den Ham" userId="4f399608-6fd1-4ff3-bc63-a6a91a4efb40" providerId="ADAL" clId="{64FFC016-FE0F-449E-B075-C2B92B8D545E}" dt="2025-05-02T10:57:37.589" v="249" actId="313"/>
          <ac:graphicFrameMkLst>
            <pc:docMk/>
            <pc:sldMk cId="1150296720" sldId="262"/>
            <ac:graphicFrameMk id="5" creationId="{1CF4BBFF-4383-2F66-F087-14F4BD9D260B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0516E-43A3-8E7D-5245-E4419DBED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BD4FDD-40F1-C52C-6425-360FA2DA2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AC7BF-F80D-3CC3-1ABB-799509803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1E9E-8EE7-41E3-A666-637F147392F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35ACF-E5A9-23F9-8394-50C13C9E3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62A36-5D33-4A72-3BE5-71CBBFD92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64-84B3-4BC9-9C22-C262EAC7A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2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3BAAF-32D0-E322-9BD1-9D4509BDE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2CC71-CF27-D448-5FAD-44940F665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7A81D-E216-9935-96D7-84C58E9B5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1E9E-8EE7-41E3-A666-637F147392F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FE451-D7AF-36A0-0CD9-731A75570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93B5-B220-5866-ED7A-E5689FF3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64-84B3-4BC9-9C22-C262EAC7A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2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F773A-EDDC-7ECE-9F40-C5E1A4510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20325-6066-9CA4-2EAD-AC2E92F4C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3F5F2-D944-E29F-7182-90C364DD6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1E9E-8EE7-41E3-A666-637F147392F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864EE-B2E2-4EE2-B168-CFA3D15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2C4B1-03FA-B954-99FD-692C59492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64-84B3-4BC9-9C22-C262EAC7A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863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D0152-9983-CF54-B477-6F169C164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AC15F-AC3C-F8E1-511A-2350CB0F0A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9442C-D86C-7B94-11DB-03BB0E068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FDCFA-B2E6-F56C-47F5-F6A5384AA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1E9E-8EE7-41E3-A666-637F147392F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ED1D7-411A-7645-BFA9-C07E21831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DCB69-CDBC-F293-14AB-005A4D7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64-84B3-4BC9-9C22-C262EAC7A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73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DB624-6E7B-A8B7-FB53-34C5B6A5B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B64BE-2C95-A924-FA7F-B85B21348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87735-568E-2E6D-172A-BBCC8367A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D7D32D-774E-4A28-1596-9C58BF45A5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3F0284-A416-FEB2-79C3-E28C284425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A59947-5B0C-3D79-5373-03B37DE2F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1E9E-8EE7-41E3-A666-637F147392F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618DE0-890B-8890-8B22-E130EE72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4ED332-C4B8-20A3-47FC-8C7175B43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64-84B3-4BC9-9C22-C262EAC7A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63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C018E-8942-CB39-A186-97AC4CF6C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664AAF-52F0-CB45-012C-17729F4E0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1E9E-8EE7-41E3-A666-637F147392F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A1481-8D3D-6A49-F837-8A745E576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2E4B74-E73C-A962-C5EE-B47D78F88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64-84B3-4BC9-9C22-C262EAC7A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10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CF2C0-19E5-970A-2EC2-B48304C73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1E9E-8EE7-41E3-A666-637F147392F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0D4F3C-DA7B-E9EE-DF8D-D1E89558A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3DF55-3F14-AB75-F1D2-C4D8DE14E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64-84B3-4BC9-9C22-C262EAC7A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74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F8A88-CF35-5D3A-BC1D-D803528F4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4B12E-7BDB-C8C2-CF03-55EA669E3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594B8-E5C9-F5FB-9DC6-779834FB9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D995C-4F76-A932-DC2E-1E6E00FD2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1E9E-8EE7-41E3-A666-637F147392F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18FB6-E416-B130-3976-E2F56600D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7B6BC-739C-F39A-1310-8589E8EA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64-84B3-4BC9-9C22-C262EAC7A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85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1153A-7076-E9A3-7675-BA74360F2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DC4E83-F423-F7DF-ED34-17E1CEE7B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1EF1B-B006-61EF-F7E4-F21F589B1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C233B-3F87-1FD3-ACD2-514259867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1E9E-8EE7-41E3-A666-637F147392F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4CD8B-BD7E-5017-2039-B49DCDD6E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23D6F-AFCE-8810-40B2-E80AC6C09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64-84B3-4BC9-9C22-C262EAC7A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93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41EC-7ED1-B433-B64E-5DEE20567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59915-66AB-F1BA-4B4A-25432C387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12EEB-E413-A49B-CA65-0F0860734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1E9E-8EE7-41E3-A666-637F147392F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A1157-B418-46F6-F978-DC9896B5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15BD0-7C50-E3EA-9018-155E45529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64-84B3-4BC9-9C22-C262EAC7A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60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030B97-3133-0B9D-BA3F-544DE62646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869652-27BE-2C9A-E682-77E427A59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E27DD-66A1-CAFB-ABEA-041EA5BA0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1E9E-8EE7-41E3-A666-637F147392F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4D7C5-C9E7-3F73-BEB9-3939CC66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83542-E06C-8B22-4073-10C7E6BF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64-84B3-4BC9-9C22-C262EAC7A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301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2CCD18-0FF8-8173-EEA8-3D0450971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4D4FE-1E5A-B941-7125-C3AE3586D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E8411-EC9B-2F46-4E53-55DCC68EBC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61E9E-8EE7-41E3-A666-637F147392F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572D7-24C4-5DDF-BE0C-717E03724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B438E-2BEA-1ED5-2F5A-B18533535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69EB64-84B3-4BC9-9C22-C262EAC7A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62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4340C-54B4-9246-77ED-BECB30E8C1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Programmeren</a:t>
            </a:r>
            <a:r>
              <a:rPr lang="en-US" dirty="0"/>
              <a:t>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8C22B3-301D-3C5B-47C8-902EDC67F5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Uitwerking</a:t>
            </a:r>
            <a:r>
              <a:rPr lang="en-US" dirty="0"/>
              <a:t> </a:t>
            </a:r>
            <a:r>
              <a:rPr lang="en-US" dirty="0" err="1"/>
              <a:t>oefentoets</a:t>
            </a:r>
            <a:r>
              <a:rPr lang="en-US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246289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01BB87-148E-01A4-8535-2A13B27E5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34" y="243045"/>
            <a:ext cx="9867900" cy="400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9E48D9-3160-7851-416A-2E7F5416A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34" y="4605180"/>
            <a:ext cx="665797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4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C616F3-66E7-5C69-13C5-699CD2AFB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20300" cy="5019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872247-23A8-260B-04CE-5442143B9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237" y="5019675"/>
            <a:ext cx="542925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590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A0ABF1-D6B5-D35B-A575-0A32E9788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31" y="292135"/>
            <a:ext cx="5772150" cy="2495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BC8C62-2BB9-A47B-9088-C3FFFF4DE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930" y="2396620"/>
            <a:ext cx="7590011" cy="4023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30A9A8-3837-DED2-0796-58A016AF9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30" y="6343004"/>
            <a:ext cx="1075372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394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97669F-9C2A-EC73-1C93-C4DC43E33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18" y="431462"/>
            <a:ext cx="6041730" cy="29975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222AF0-1959-E558-A7D2-983219FE7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41" y="3828543"/>
            <a:ext cx="641985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14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C4A38E-4524-0BB2-7F1C-BD7BBE772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31" y="300246"/>
            <a:ext cx="9810750" cy="3705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3AD872-04A1-4173-C306-B01D9FDDC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25" y="3565249"/>
            <a:ext cx="5783953" cy="294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466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A2D9AA-128C-7FDD-B460-3D1464A41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252693"/>
              </p:ext>
            </p:extLst>
          </p:nvPr>
        </p:nvGraphicFramePr>
        <p:xfrm>
          <a:off x="680936" y="719666"/>
          <a:ext cx="701364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6">
                  <a:extLst>
                    <a:ext uri="{9D8B030D-6E8A-4147-A177-3AD203B41FA5}">
                      <a16:colId xmlns:a16="http://schemas.microsoft.com/office/drawing/2014/main" val="1814050717"/>
                    </a:ext>
                  </a:extLst>
                </a:gridCol>
                <a:gridCol w="4460938">
                  <a:extLst>
                    <a:ext uri="{9D8B030D-6E8A-4147-A177-3AD203B41FA5}">
                      <a16:colId xmlns:a16="http://schemas.microsoft.com/office/drawing/2014/main" val="3247602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Functie</a:t>
                      </a:r>
                      <a:r>
                        <a:rPr lang="en-US" dirty="0"/>
                        <a:t> +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089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rev_recursief</a:t>
                      </a:r>
                      <a:r>
                        <a:rPr lang="en-US" dirty="0"/>
                        <a:t>(‘letters’)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s+ </a:t>
                      </a:r>
                      <a:r>
                        <a:rPr lang="en-US" dirty="0" err="1"/>
                        <a:t>rev_recursief</a:t>
                      </a:r>
                      <a:r>
                        <a:rPr lang="en-US" dirty="0"/>
                        <a:t>(‘letter’)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791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rev_recursief</a:t>
                      </a:r>
                      <a:r>
                        <a:rPr lang="en-US" dirty="0"/>
                        <a:t>(‘letter’)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r+ </a:t>
                      </a:r>
                      <a:r>
                        <a:rPr lang="en-US" dirty="0" err="1"/>
                        <a:t>rev_recursief</a:t>
                      </a:r>
                      <a:r>
                        <a:rPr lang="en-US" dirty="0"/>
                        <a:t>(‘</a:t>
                      </a:r>
                      <a:r>
                        <a:rPr lang="en-US" dirty="0" err="1"/>
                        <a:t>lette</a:t>
                      </a:r>
                      <a:r>
                        <a:rPr lang="en-US" dirty="0"/>
                        <a:t>’)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769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rev_recursief</a:t>
                      </a:r>
                      <a:r>
                        <a:rPr lang="en-US" dirty="0"/>
                        <a:t>(‘</a:t>
                      </a:r>
                      <a:r>
                        <a:rPr lang="en-US" dirty="0" err="1"/>
                        <a:t>lette</a:t>
                      </a:r>
                      <a:r>
                        <a:rPr lang="en-US" dirty="0"/>
                        <a:t>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e+ </a:t>
                      </a:r>
                      <a:r>
                        <a:rPr lang="en-US" dirty="0" err="1"/>
                        <a:t>rev_recursief</a:t>
                      </a:r>
                      <a:r>
                        <a:rPr lang="en-US" dirty="0"/>
                        <a:t>(‘</a:t>
                      </a:r>
                      <a:r>
                        <a:rPr lang="en-US" dirty="0" err="1"/>
                        <a:t>lett</a:t>
                      </a:r>
                      <a:r>
                        <a:rPr lang="en-US" dirty="0"/>
                        <a:t>’)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076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rev_recursief</a:t>
                      </a:r>
                      <a:r>
                        <a:rPr lang="en-US" dirty="0"/>
                        <a:t>(‘</a:t>
                      </a:r>
                      <a:r>
                        <a:rPr lang="en-US" dirty="0" err="1"/>
                        <a:t>lett</a:t>
                      </a:r>
                      <a:r>
                        <a:rPr lang="en-US" dirty="0"/>
                        <a:t>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t+ </a:t>
                      </a:r>
                      <a:r>
                        <a:rPr lang="en-US" dirty="0" err="1"/>
                        <a:t>rev_recursief</a:t>
                      </a:r>
                      <a:r>
                        <a:rPr lang="en-US" dirty="0"/>
                        <a:t>(‘let’)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684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rev_recursief</a:t>
                      </a:r>
                      <a:r>
                        <a:rPr lang="en-US" dirty="0"/>
                        <a:t>(‘let’)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t+ </a:t>
                      </a:r>
                      <a:r>
                        <a:rPr lang="en-US" dirty="0" err="1"/>
                        <a:t>rev_recursief</a:t>
                      </a:r>
                      <a:r>
                        <a:rPr lang="en-US" dirty="0"/>
                        <a:t>(‘le’)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596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rev_recursief</a:t>
                      </a:r>
                      <a:r>
                        <a:rPr lang="en-US" dirty="0"/>
                        <a:t>(‘le’)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e+ </a:t>
                      </a:r>
                      <a:r>
                        <a:rPr lang="en-US" dirty="0" err="1"/>
                        <a:t>rev_recursief</a:t>
                      </a:r>
                      <a:r>
                        <a:rPr lang="en-US" dirty="0"/>
                        <a:t>(‘l’)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2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rev_recursief</a:t>
                      </a:r>
                      <a:r>
                        <a:rPr lang="en-US" dirty="0"/>
                        <a:t>(‘l’)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405181"/>
                  </a:ext>
                </a:extLst>
              </a:tr>
            </a:tbl>
          </a:graphicData>
        </a:graphic>
      </p:graphicFrame>
      <p:sp>
        <p:nvSpPr>
          <p:cNvPr id="4" name="Arrow: Down 3">
            <a:extLst>
              <a:ext uri="{FF2B5EF4-FFF2-40B4-BE49-F238E27FC236}">
                <a16:creationId xmlns:a16="http://schemas.microsoft.com/office/drawing/2014/main" id="{0A630A20-EA18-CEE8-C657-93E73A812446}"/>
              </a:ext>
            </a:extLst>
          </p:cNvPr>
          <p:cNvSpPr/>
          <p:nvPr/>
        </p:nvSpPr>
        <p:spPr>
          <a:xfrm rot="10800000">
            <a:off x="9095362" y="719665"/>
            <a:ext cx="408562" cy="29667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F4BBFF-4383-2F66-F087-14F4BD9D2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67333"/>
              </p:ext>
            </p:extLst>
          </p:nvPr>
        </p:nvGraphicFramePr>
        <p:xfrm>
          <a:off x="9747116" y="709938"/>
          <a:ext cx="115759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590">
                  <a:extLst>
                    <a:ext uri="{9D8B030D-6E8A-4147-A177-3AD203B41FA5}">
                      <a16:colId xmlns:a16="http://schemas.microsoft.com/office/drawing/2014/main" val="1456298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275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‘</a:t>
                      </a:r>
                      <a:r>
                        <a:rPr lang="en-US" dirty="0" err="1"/>
                        <a:t>srettel</a:t>
                      </a:r>
                      <a:r>
                        <a:rPr lang="en-US" dirty="0"/>
                        <a:t>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732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‘</a:t>
                      </a:r>
                      <a:r>
                        <a:rPr lang="en-US" dirty="0" err="1"/>
                        <a:t>rettel</a:t>
                      </a:r>
                      <a:r>
                        <a:rPr lang="en-US" dirty="0"/>
                        <a:t>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541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‘</a:t>
                      </a:r>
                      <a:r>
                        <a:rPr lang="en-US" dirty="0" err="1"/>
                        <a:t>etell</a:t>
                      </a:r>
                      <a:r>
                        <a:rPr lang="en-US" dirty="0"/>
                        <a:t>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244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‘tell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283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‘</a:t>
                      </a:r>
                      <a:r>
                        <a:rPr lang="en-US" dirty="0" err="1"/>
                        <a:t>tel</a:t>
                      </a:r>
                      <a:r>
                        <a:rPr lang="en-US" dirty="0"/>
                        <a:t>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46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‘el’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306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‘l’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922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0296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20b15cb-67e9-4345-bf9f-3e28f97ecef6">
      <Terms xmlns="http://schemas.microsoft.com/office/infopath/2007/PartnerControls"/>
    </lcf76f155ced4ddcb4097134ff3c332f>
    <TaxCatchAll xmlns="d11bdb94-d558-4ffe-a4b0-092cbde2148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6C7ED9EE09504F8283D8C14A68775D" ma:contentTypeVersion="18" ma:contentTypeDescription="Een nieuw document maken." ma:contentTypeScope="" ma:versionID="38b170780f49a26ef8d5003f0115be3b">
  <xsd:schema xmlns:xsd="http://www.w3.org/2001/XMLSchema" xmlns:xs="http://www.w3.org/2001/XMLSchema" xmlns:p="http://schemas.microsoft.com/office/2006/metadata/properties" xmlns:ns2="320b15cb-67e9-4345-bf9f-3e28f97ecef6" xmlns:ns3="7d0d8591-699a-45dd-9b52-fcc90d98d6d3" xmlns:ns4="d11bdb94-d558-4ffe-a4b0-092cbde21480" targetNamespace="http://schemas.microsoft.com/office/2006/metadata/properties" ma:root="true" ma:fieldsID="de56772a45ed3a559f6dde1923a8db20" ns2:_="" ns3:_="" ns4:_="">
    <xsd:import namespace="320b15cb-67e9-4345-bf9f-3e28f97ecef6"/>
    <xsd:import namespace="7d0d8591-699a-45dd-9b52-fcc90d98d6d3"/>
    <xsd:import namespace="d11bdb94-d558-4ffe-a4b0-092cbde214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0b15cb-67e9-4345-bf9f-3e28f97ece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Afbeeldingtags" ma:readOnly="false" ma:fieldId="{5cf76f15-5ced-4ddc-b409-7134ff3c332f}" ma:taxonomyMulti="true" ma:sspId="9cfe35b6-4a65-43a7-bc9f-cf1ea54c88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0d8591-699a-45dd-9b52-fcc90d98d6d3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1bdb94-d558-4ffe-a4b0-092cbde21480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5e3a131d-0111-460e-9216-d4f5a1d6fb27}" ma:internalName="TaxCatchAll" ma:showField="CatchAllData" ma:web="7d0d8591-699a-45dd-9b52-fcc90d98d6d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4C1261-3D80-42AD-9D90-C0FAF4299390}">
  <ds:schemaRefs>
    <ds:schemaRef ds:uri="http://schemas.microsoft.com/office/2006/metadata/properties"/>
    <ds:schemaRef ds:uri="http://schemas.microsoft.com/office/infopath/2007/PartnerControls"/>
    <ds:schemaRef ds:uri="320b15cb-67e9-4345-bf9f-3e28f97ecef6"/>
    <ds:schemaRef ds:uri="d11bdb94-d558-4ffe-a4b0-092cbde21480"/>
  </ds:schemaRefs>
</ds:datastoreItem>
</file>

<file path=customXml/itemProps2.xml><?xml version="1.0" encoding="utf-8"?>
<ds:datastoreItem xmlns:ds="http://schemas.openxmlformats.org/officeDocument/2006/customXml" ds:itemID="{B0B44F01-4E4F-47B4-AB2A-5D70F0289E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064657-898B-4628-A901-9AB357846A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0b15cb-67e9-4345-bf9f-3e28f97ecef6"/>
    <ds:schemaRef ds:uri="7d0d8591-699a-45dd-9b52-fcc90d98d6d3"/>
    <ds:schemaRef ds:uri="d11bdb94-d558-4ffe-a4b0-092cbde214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120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Programmeren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van den Ham</dc:creator>
  <cp:lastModifiedBy>Erik van den Ham</cp:lastModifiedBy>
  <cp:revision>1</cp:revision>
  <dcterms:created xsi:type="dcterms:W3CDTF">2025-04-22T18:27:53Z</dcterms:created>
  <dcterms:modified xsi:type="dcterms:W3CDTF">2025-05-02T11:03:40Z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0x010100646C7ED9EE09504F8283D8C14A68775D</vt:lpwstr>
  </property>
</Properties>
</file>